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0133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Apresente o nome do projeto e deixe a proposta de valor no ar. A frase abaixo do subtítulo já responde 'o que é isso?' antes de qualquer pergunta.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responde 'por que esse projeto existe?' antes de alguém perguntar. Os 4 dados numéricos dão embasamento quantitativo. O ciclo do problema mostra que você entende o fluxo completo, não apenas um ponto isolado.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responde 'como funciona?' e 'o que tem de diferente?'. As caixas azul claro em cada pilar respondem antecipadamente as perguntas mais comuns da banca: por que perfil importa, por que o match não é caixa-preta, qual o resultado esperado e o que resolve.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que responde: 'por que essas cores?' e 'qual foi o critério técnico de design?'. A coluna esquerda mostra que as cores não foram aleatórias — cada uma tem função. A direita mostra que cada decisão de interface tem uma justificativa técnica e de 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que responde: 'por que não React?' — a caixa azul clara faz isso diretamente. O fluxo de deploy mostra que você entende como o GitHub Pages funciona, não apenas que 'funciona'.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Responde: 'o que o usuário ganha de concreto?' e 'qual o impacto esperado?'. 6 benefícios diretos, cada um ligado a uma dor mapeada no slide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encerramento. Responde: 'onde está publicado?' antes de perguntarem. O resumo técnico reforça os pontos que a banca pode querer confirmar. ⚠️ LEMBRE DE SUBSTITUIR O LINK pelo seu GitHub Pages real antes de apresentar.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3474720" cy="1668780"/>
          </a:xfrm>
          <a:prstGeom prst="round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2563EB">
              <a:alpha val="12000"/>
            </a:srgbClr>
          </a:solidFill>
          <a:ln w="63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114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2563EB">
              <a:alpha val="3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3B82F6"/>
                </a:solidFill>
              </a:rPr>
              <a:t>PROJETO ACADÊMICO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</a:rPr>
              <a:t>Match</a:t>
            </a:r>
            <a:r>
              <a:rPr lang="en-US" sz="5400" b="1" dirty="0">
                <a:solidFill>
                  <a:srgbClr val="3B82F6"/>
                </a:solidFill>
              </a:rPr>
              <a:t>Stage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0AEC0"/>
                </a:solidFill>
              </a:rPr>
              <a:t>Plataforma Inteligente de Conexão para Estágios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176272"/>
            <a:ext cx="3840480" cy="228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5915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Uma plataforma web que analisa o perfil do estudante e recomenda vagas de estágio compatíveis — conectando pessoas às oportunidades certas.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6576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563EB">
              <a:alpha val="22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HTML5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36576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563EB">
              <a:alpha val="22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CSS3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3320" y="36576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563EB">
              <a:alpha val="22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Bootstrap 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36576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563EB">
              <a:alpha val="22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JavaScript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36576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563EB">
              <a:alpha val="22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GitHub Pages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Apresentação de Projeto  ·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2563EB"/>
                </a:solidFill>
              </a:rPr>
              <a:t>O PROBLEMA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Por que encontrar estágios é tão difícil?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</a:rPr>
              <a:t>73%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764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dos estudantes não encontram vagas alinhadas ao seu curso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1115568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42032" y="11704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</a:rPr>
              <a:t>5×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42032" y="1764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mais candidaturas sem sistema de filtragem por perfil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1115568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1704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</a:rPr>
              <a:t>60%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26864" y="1764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dos estagiários sem acompanhamento profissional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1696" y="1115568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11696" y="11704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</a:rPr>
              <a:t>2 em 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11696" y="1764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encerram estágio antes do prazo por desalinhamento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Principais dores relatadas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834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Alta concorrência sem diferenciação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30358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Todos enviam o mesmo currículo genérico, sem orientação para se destacar.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9242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3467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Vagas desalinhadas com a formação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3547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Portais tradicionais não filtram por competências reais do candidato.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90448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858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Falta de preparo para seletivos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40599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Estudantes chegam a entrevistas sem orientação de currículo ou postura.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4165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370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Zero acompanhamento pós-candidatura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4572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Após enviar, o estudante perde o rastro de todas as suas candidaturas.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2514600"/>
            <a:ext cx="416052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9160" y="2606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63EB"/>
                </a:solidFill>
              </a:rPr>
              <a:t>O ciclo do problema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944368"/>
            <a:ext cx="3931920" cy="338328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94436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1.  Estudante busca estágio em portais genéricos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92240" y="3291840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3401568"/>
            <a:ext cx="3931920" cy="338328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40156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2.  Encontra centenas de vagas sem filtro de perfil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92240" y="3749040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↓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3858768"/>
            <a:ext cx="3931920" cy="338328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85876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3.  Envia currículos em massa sem orientação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92240" y="4206240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↓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4315968"/>
            <a:ext cx="3931920" cy="338328"/>
          </a:xfrm>
          <a:prstGeom prst="roundRect">
            <a:avLst>
              <a:gd name="adj" fmla="val 16216"/>
            </a:avLst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31596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</a:rPr>
              <a:t>4.  Não recebe retorno — ou aceita vaga incompatível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2563EB"/>
                </a:solidFill>
              </a:rPr>
              <a:t>A SOLUÇÃO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Quatro pilares que mudam a experiência do estágio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 MatchStage não é mais um portal de vagas — coloca o estudante no centro e entrega compatibilidade, não volume.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08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2563EB"/>
                </a:solidFill>
              </a:rPr>
              <a:t>PILAR 01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384048" cy="384048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12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Perfil do Estudante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63347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Mapeamento de habilidades técnicas, soft skills, área de interesse, semestre e disponibilidade — criando um perfil dinâmico e rico.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" y="3566160"/>
            <a:ext cx="1865376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61188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D4ED8"/>
                </a:solidFill>
              </a:rPr>
              <a:t>Por que isso importa? Sem um perfil estruturado, qualquer recomendação é chute.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33472" y="1417320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70632" y="1508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2563EB"/>
                </a:solidFill>
              </a:rPr>
              <a:t>PILAR 02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70632" y="1737360"/>
            <a:ext cx="384048" cy="384048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7063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70632" y="2212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Match Inteligente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70632" y="263347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Algoritmo que cruza o perfil com requisitos reais das vagas e gera um índice de compatibilidade transparente para o estudante.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06624" y="3566160"/>
            <a:ext cx="1865376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70632" y="361188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D4ED8"/>
                </a:solidFill>
              </a:rPr>
              <a:t>Diferencial: o estudante vê por que uma vaga é recomendada — não é caixa-preta.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09744" y="1417320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46904" y="1508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2563EB"/>
                </a:solidFill>
              </a:rPr>
              <a:t>PILAR 03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946904" y="1737360"/>
            <a:ext cx="384048" cy="384048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4690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46904" y="2212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Preparação Profissional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46904" y="263347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Recursos integrados de orientação: dicas de entrevista, revisão de currículo e trilhas de desenvolvimento baseadas no perfil.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82896" y="3566160"/>
            <a:ext cx="1865376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46904" y="361188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D4ED8"/>
                </a:solidFill>
              </a:rPr>
              <a:t>Resultado: o estudante chega ao processo seletivo mais bem preparado.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86016" y="1417320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23176" y="1508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2563EB"/>
                </a:solidFill>
              </a:rPr>
              <a:t>PILAR 04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123176" y="1737360"/>
            <a:ext cx="384048" cy="384048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2317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23176" y="2212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Acompanhamento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23176" y="263347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Painel de candidaturas com status em tempo real — o estudante sabe exatamente em qual etapa está cada processo.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59168" y="3566160"/>
            <a:ext cx="1865376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23176" y="361188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D4ED8"/>
                </a:solidFill>
              </a:rPr>
              <a:t>Resolve: a perda de controle pós-candidatura, uma das maiores queixas mapeadas.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2563EB"/>
                </a:solidFill>
              </a:rPr>
              <a:t>DESIGN E INTERFACE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Decisões de projeto com intenção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Paleta de cores e motivação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17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Azul Escuro (Navy)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6184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</a:rPr>
              <a:t>#0F172A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20240" y="16184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Transmite seriedade e confiança — base dos fundos principais.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57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Azul Tecnológico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22585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</a:rPr>
              <a:t>#2563EB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20240" y="2258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Cor de ação e destaque. Usada em botões, ícones e links.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6974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Azul Claro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8986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</a:rPr>
              <a:t>#3B82F6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20240" y="2898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Acentos, badges e hovers — hierarquia dentro do azul.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337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Branco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5387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</a:rPr>
              <a:t>#FFFFFF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920240" y="3538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Fundo de cards e seções — clareza e limpeza visual.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977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Cinza Claro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41788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</a:rPr>
              <a:t>#E2E8F0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20240" y="41788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Fundos alternados entre seções para criar separação suave.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6344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Escolhas de interface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406908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9744" y="15819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14721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Fonte Inter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10912" y="16733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Tipografia moderna, alta legibilidade em telas — padrão de interfaces tecnológicas profissionais.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2011680"/>
            <a:ext cx="406908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9744" y="2176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20665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Layout responsivo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10912" y="22677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Bootstrap 5 grid (col-lg / col-md) garante funcionamento perfeito em celular e desktop.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2606040"/>
            <a:ext cx="406908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9744" y="277063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26609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Cards com sombra suave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10912" y="28620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box-shadow cria hierarquia visual sem poluir — conteúdo se destaca do fundo.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3200400"/>
            <a:ext cx="406908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9744" y="336499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32552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Animação fade-up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10912" y="34564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Intersection Observer API: elementos entram suavemente ao rolar. Leve, sem distrair.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3794760"/>
            <a:ext cx="406908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09744" y="39593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10912" y="38496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Seções alternadas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10912" y="40507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Branco / cinza claro entre seções orientam o olho sem precisar de linhas divisórias.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4389120"/>
            <a:ext cx="406908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09744" y="45537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10912" y="44439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clamp() nas fontes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10912" y="4645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Tamanho de fonte fluido (mín–ideal–máx) — sem quebra de layout em nenhuma resolução.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2563EB"/>
                </a:solidFill>
              </a:rPr>
              <a:t>TECNOLOGIAS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Stack técnica e decisões de arquitetura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572768" cy="18288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13385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338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HTML5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499616"/>
            <a:ext cx="138988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Estrutura semântica da página. Tags como &lt;section&gt;, &lt;nav&gt;, &lt;footer&gt; melhoram acessibilidade e SEO.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21408" y="1078992"/>
            <a:ext cx="1572768" cy="18288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94560" y="113385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1338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CSS3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12848" y="1499616"/>
            <a:ext cx="138988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Estilização completa: variáveis CSS, clamp(), grid, flexbox, pseudo-elementos e media queries.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85616" y="1078992"/>
            <a:ext cx="1572768" cy="18288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58768" y="113385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8768" y="11338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Bootstrap 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77056" y="1499616"/>
            <a:ext cx="138988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Grid responsivo e componentes (navbar, collapse). Usado via CDN — sem build local necessário.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49824" y="1078992"/>
            <a:ext cx="1572768" cy="18288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22976" y="113385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22976" y="11338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JavaScript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41264" y="1499616"/>
            <a:ext cx="138988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Intersection Observer para animações e scroll suave. Sem jQuery, sem frameworks — código leve.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14032" y="1078992"/>
            <a:ext cx="1572768" cy="18288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87184" y="113385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87184" y="11338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GitHub Pages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05472" y="1499616"/>
            <a:ext cx="138988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Hospedagem gratuita, deploy automático por push no repositório. URL pública e HTTPS nativo.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090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Por que não usamos React ou outro framework?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36499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40AF"/>
                </a:solidFill>
              </a:rPr>
              <a:t>O escopo do projeto é uma landing page estática — React adicionaria complexidade desnecessária (Node.js, bundle, build). A escolha por tecnologias nativas reduz a curva de entrada, elimina dependências instáveis e garante que qualquer pessoa da equipe consiga manter o código sem configuração de ambiente.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096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Fluxo de publicação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3708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3708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Código local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20240" y="437083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21408" y="43708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21408" y="43708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git push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84448" y="437083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785616" y="43708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85616" y="43708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GitHub Actions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48656" y="437083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49824" y="43708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9824" y="43708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GitHub Pages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12864" y="437083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14032" y="43708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14032" y="43708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URL pública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2563EB"/>
                </a:solidFill>
              </a:rPr>
              <a:t>BENEFÍCIOS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 que muda para o estudante com a MatchStage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274320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16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Menos esforço,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mais assertividade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396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Apenas vagas que fazem sentido para o perfil — sem horas filtrando resultados irrelevantes.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55848" y="1078992"/>
            <a:ext cx="274320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93008" y="1216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93008" y="16459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Visibilidade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do progresso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93008" y="21396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Painel com status real de cada candidatura em cada etapa do processo seletivo.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54496" y="1078992"/>
            <a:ext cx="274320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91656" y="1216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91656" y="16459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Desenvolvimento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continuado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91656" y="21396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Orientações personalizadas baseadas nas lacunas entre o perfil e as vagas de interesse.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53512"/>
            <a:ext cx="274320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0906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" y="35204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Conexões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mais qualificadas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0142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Empresas recebem candidatos alinhados — melhora a taxa de sucesso dos dois lados.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55848" y="2953512"/>
            <a:ext cx="274320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93008" y="30906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93008" y="35204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Processo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mais rápido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93008" y="40142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Com perfil completo e vagas compatíveis, o tempo entre candidatura e aprovação cai.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54496" y="2953512"/>
            <a:ext cx="274320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91656" y="30906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91656" y="35204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Controle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dos seus dados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91656" y="40142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 estudante decide o que compartilhar e com quais empresas — privacidade ativa.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097280"/>
            <a:ext cx="5029200" cy="5029200"/>
          </a:xfrm>
          <a:prstGeom prst="ellipse">
            <a:avLst/>
          </a:prstGeom>
          <a:solidFill>
            <a:srgbClr val="2563EB">
              <a:alpha val="9000"/>
            </a:srgbClr>
          </a:solidFill>
          <a:ln w="635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Obrigado pela atenção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Match</a:t>
            </a:r>
            <a:r>
              <a:rPr lang="en-US" sz="4000" b="1" dirty="0">
                <a:solidFill>
                  <a:srgbClr val="3B82F6"/>
                </a:solidFill>
              </a:rPr>
              <a:t>Stage</a:t>
            </a:r>
            <a:r>
              <a:rPr lang="en-US" sz="4000" b="1" dirty="0">
                <a:solidFill>
                  <a:srgbClr val="FFFFFF"/>
                </a:solidFill>
              </a:rPr>
              <a:t> está no ar.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75564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Acesse, explore e avalie o projeto em funcionamento real.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12848"/>
            <a:ext cx="3200400" cy="228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423160"/>
            <a:ext cx="4754880" cy="868680"/>
          </a:xfrm>
          <a:prstGeom prst="roundRect">
            <a:avLst>
              <a:gd name="adj" fmla="val 1263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228600" dist="50800" dir="2700000" algn="bl" rotWithShape="0">
              <a:srgbClr val="2563EB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423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🌐  Acessar Landing Page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</a:rPr>
              <a:t>https://SEU-USUARIO.github.io/SEU-REPOSITORIO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 que você vai encontrar: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7490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Landing page estática publicada via GitHub Pages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405079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0050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HTML5 + CSS3 + Bootstrap 5 + JavaScript puro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430682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26110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Totalmente responsiva — celular e desktop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456285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51713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Animações com Intersection Observer API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481888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77316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Código comentado e organizado por seções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1265</Words>
  <Application>Microsoft Macintosh PowerPoint</Application>
  <PresentationFormat>Apresentação na tela (16:9)</PresentationFormat>
  <Paragraphs>166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MatchStage – Apresentação Acadêmica</dc:title>
  <dc:subject>PptxGenJS Presentation</dc:subject>
  <dc:creator>MatchStage</dc:creator>
  <cp:lastModifiedBy>João Pedro</cp:lastModifiedBy>
  <cp:revision>2</cp:revision>
  <dcterms:created xsi:type="dcterms:W3CDTF">2026-06-17T23:22:44Z</dcterms:created>
  <dcterms:modified xsi:type="dcterms:W3CDTF">2026-06-17T23:47:41Z</dcterms:modified>
</cp:coreProperties>
</file>